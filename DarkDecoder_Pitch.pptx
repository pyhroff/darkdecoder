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71600" y="868680"/>
            <a:ext cx="6400800" cy="3200400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71600" y="868680"/>
            <a:ext cx="6400800" cy="457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100584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</a:t>
            </a:r>
            <a:endParaRPr lang="en-US" sz="4600" dirty="0"/>
          </a:p>
        </p:txBody>
      </p:sp>
      <p:sp>
        <p:nvSpPr>
          <p:cNvPr id="25" name="Text 23"/>
          <p:cNvSpPr/>
          <p:nvPr/>
        </p:nvSpPr>
        <p:spPr>
          <a:xfrm>
            <a:off x="1371600" y="2011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FF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Dual-Framework Cyber Threat Intelligence Platform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874520" y="2633472"/>
            <a:ext cx="1600200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74520" y="2633472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ATT&amp;CK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03320" y="2633472"/>
            <a:ext cx="1600200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03320" y="2633472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ATLAS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623560" y="2633472"/>
            <a:ext cx="1600200" cy="292608"/>
          </a:xfrm>
          <a:prstGeom prst="rect">
            <a:avLst/>
          </a:prstGeom>
          <a:solidFill>
            <a:srgbClr val="00000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23560" y="2633472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 TEAM INTEL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371600" y="31546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CC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Praising Harris  |  Solo Submission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0" y="429768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Beyond Tomorrow Summit Hackathon 2026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0" y="4544568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CC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github.com/Pyhroff/darkdecoder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PROBLEM STATEMENT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Security Crisis Nobody Is Solving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051560"/>
            <a:ext cx="2651760" cy="2606040"/>
          </a:xfrm>
          <a:prstGeom prst="rect">
            <a:avLst/>
          </a:prstGeom>
          <a:solidFill>
            <a:srgbClr val="2A000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51560"/>
            <a:ext cx="2651760" cy="45720"/>
          </a:xfrm>
          <a:prstGeom prst="rect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16128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29768" y="1673352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MALWARE BLINDNESS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075688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spend hours on a single malicious file. Tools say "dangerous" but never explain WHY, HOW, or WHAT TO DO. Speed is survival in security.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51760" cy="2606040"/>
          </a:xfrm>
          <a:prstGeom prst="rect">
            <a:avLst/>
          </a:prstGeom>
          <a:solidFill>
            <a:srgbClr val="2A000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051560"/>
            <a:ext cx="2651760" cy="45720"/>
          </a:xfrm>
          <a:prstGeom prst="rect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46120" y="116128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355848" y="1673352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ATTACKS IGNORED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75688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ships LLM products in 2026. Prompt injection, data poisoning, jailbreaks — no mainstream tool detects these. The attack surface is invisible.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72200" y="1051560"/>
            <a:ext cx="2651760" cy="2606040"/>
          </a:xfrm>
          <a:prstGeom prst="rect">
            <a:avLst/>
          </a:prstGeom>
          <a:solidFill>
            <a:srgbClr val="2A000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051560"/>
            <a:ext cx="2651760" cy="45720"/>
          </a:xfrm>
          <a:prstGeom prst="rect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161288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281928" y="1673352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ATTACKER LENS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075688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think defensively. Red team perspective — understanding the full kill chain — costs $50K+/year in consultants. It should cost $0.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822192"/>
            <a:ext cx="8503920" cy="475488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822192"/>
            <a:ext cx="8503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60% of breaches involve malware   ·   AI-targeted attacks up 400% YoY   ·   Average breach cost: $4.88M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PROPOSED SOLUTION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DarkDecoder — One Platform, Three Weapons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2651760" cy="3246120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05840"/>
            <a:ext cx="2651760" cy="457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" y="1554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MALWARE SCANNER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1901952"/>
            <a:ext cx="1920240" cy="237744"/>
          </a:xfrm>
          <a:prstGeom prst="rect">
            <a:avLst/>
          </a:prstGeom>
          <a:solidFill>
            <a:srgbClr val="020B06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019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ATT&amp;CK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57200" y="2212848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Deobfuscates base64, hex, eval chains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Classifies: Ransomware, RAT, Keylogger...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IOCs — IPs, domains, registry keys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 score 1–10 with full justification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steps + PDF/JSON report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46120" y="1005840"/>
            <a:ext cx="2651760" cy="3246120"/>
          </a:xfrm>
          <a:prstGeom prst="rect">
            <a:avLst/>
          </a:prstGeom>
          <a:solidFill>
            <a:srgbClr val="001833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005840"/>
            <a:ext cx="2651760" cy="45720"/>
          </a:xfrm>
          <a:prstGeom prst="rect">
            <a:avLst/>
          </a:prstGeom>
          <a:solidFill>
            <a:srgbClr val="79B8FF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4612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337560" y="1554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THREAT ANALYZER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11880" y="1901952"/>
            <a:ext cx="1920240" cy="237744"/>
          </a:xfrm>
          <a:prstGeom prst="rect">
            <a:avLst/>
          </a:prstGeom>
          <a:solidFill>
            <a:srgbClr val="020B06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19019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ATLAS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383280" y="2212848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prompt injection attempts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jailbreak &amp; bypass techniques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training data poisoning samples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model extraction query patterns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official AML.TXXXX codes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72200" y="1005840"/>
            <a:ext cx="2651760" cy="3246120"/>
          </a:xfrm>
          <a:prstGeom prst="rect">
            <a:avLst/>
          </a:prstGeom>
          <a:solidFill>
            <a:srgbClr val="2A000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1005840"/>
            <a:ext cx="2651760" cy="45720"/>
          </a:xfrm>
          <a:prstGeom prst="rect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🔴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63640" y="1554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 TEAM INTEL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37960" y="1901952"/>
            <a:ext cx="1920240" cy="237744"/>
          </a:xfrm>
          <a:prstGeom prst="rect">
            <a:avLst/>
          </a:prstGeom>
          <a:solidFill>
            <a:srgbClr val="020B06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19019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ATT&amp;CK Kill Chain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309360" y="2212848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10-phase kill chain grid visualization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Weaponization + stealth scoring (1–10)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escalation level assessment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APT group similarity matching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 vector + full attack narrative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0" y="444398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seconds from paste → full threat intelligence report with PDF export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INNOVATION &amp; NOVELTY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Makes DarkDecoder Unique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3931920" cy="3108960"/>
          </a:xfrm>
          <a:prstGeom prst="rect">
            <a:avLst/>
          </a:prstGeom>
          <a:solidFill>
            <a:srgbClr val="2A000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05840"/>
            <a:ext cx="3931920" cy="45720"/>
          </a:xfrm>
          <a:prstGeom prst="rect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EXISTING TOOLS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Signature-based scanners — yes/no only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explanation of WHY code is dangerous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AI/ML threat detection capability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MITRE ATLAS framework support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team analysis costs $50K+/year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kill chain visualization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FF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structured report export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92040" y="1005840"/>
            <a:ext cx="3931920" cy="3108960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92040" y="1005840"/>
            <a:ext cx="3931920" cy="457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DARKDECODER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1463040"/>
            <a:ext cx="3657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 — explains WHY, HOW, WHAT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+ ATLAS dual framework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tool to detect AI-specific attacks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kill chain in 10-phase visual grid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CVSS vector + APT group similarity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timeline + narrative generation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+ JSON + TXT reports in one click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60520" y="228600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320040" y="4251960"/>
            <a:ext cx="8503920" cy="438912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4251960"/>
            <a:ext cx="8503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Only platform combining MITRE ATT&amp;CK + MITRE ATLAS + Red Team Intel in a single open-source tool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TECHNOLOGY STACK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On Real Infrastructure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960120"/>
            <a:ext cx="2651760" cy="1371600"/>
          </a:xfrm>
          <a:prstGeom prst="rect">
            <a:avLst/>
          </a:prstGeom>
          <a:solidFill>
            <a:srgbClr val="010804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60120"/>
            <a:ext cx="54864" cy="1371600"/>
          </a:xfrm>
          <a:prstGeom prst="rect">
            <a:avLst/>
          </a:prstGeom>
          <a:solidFill>
            <a:srgbClr val="FFA657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5156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🦙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33272" y="103327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Groq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33272" y="129844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Llama 3.3 70B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29768" y="161848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70B parameter LLM for deep code reasoning and security analysis. Sub-2s inference.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51760" cy="1371600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960120"/>
            <a:ext cx="54864" cy="13716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05156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🛡️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959352" y="103327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ATT&amp;CK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59352" y="129844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Traditional Threats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55848" y="161848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standard for mapping adversary behavior. 200+ techniques, 14 tactics.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72200" y="960120"/>
            <a:ext cx="2651760" cy="1371600"/>
          </a:xfrm>
          <a:prstGeom prst="rect">
            <a:avLst/>
          </a:prstGeom>
          <a:solidFill>
            <a:srgbClr val="010804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72200" y="960120"/>
            <a:ext cx="54864" cy="1371600"/>
          </a:xfrm>
          <a:prstGeom prst="rect">
            <a:avLst/>
          </a:prstGeom>
          <a:solidFill>
            <a:srgbClr val="79B8FF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05156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85432" y="103327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ATLAS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85432" y="129844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AI/ML Threats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281928" y="161848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AI threat framework. AML.TXXXX codes for adversarial machine learning attacks.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2423160"/>
            <a:ext cx="2651760" cy="1371600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2423160"/>
            <a:ext cx="54864" cy="13716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251460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🐍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33272" y="24963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+ Streamlit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33272" y="27614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Stack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29768" y="308152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application in pure Python. Streamlit renders the terminal-style UI with zero frontend code.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46120" y="2423160"/>
            <a:ext cx="2651760" cy="1371600"/>
          </a:xfrm>
          <a:prstGeom prst="rect">
            <a:avLst/>
          </a:prstGeom>
          <a:solidFill>
            <a:srgbClr val="010804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46120" y="2423160"/>
            <a:ext cx="54864" cy="1371600"/>
          </a:xfrm>
          <a:prstGeom prst="rect">
            <a:avLst/>
          </a:prstGeom>
          <a:solidFill>
            <a:srgbClr val="FFA657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251460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📄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3959352" y="24963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fpdf2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959352" y="27614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Generation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355848" y="308152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branded PDF export with threat scores, MITRE tables, IOC lists, and timelines.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72200" y="2423160"/>
            <a:ext cx="2651760" cy="1371600"/>
          </a:xfrm>
          <a:prstGeom prst="rect">
            <a:avLst/>
          </a:prstGeom>
          <a:solidFill>
            <a:srgbClr val="010804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72200" y="2423160"/>
            <a:ext cx="54864" cy="1371600"/>
          </a:xfrm>
          <a:prstGeom prst="rect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63640" y="251460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🔐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6885432" y="24963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Groq Free Tier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885432" y="27614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Cost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281928" y="308152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14,400 requests/day free. No credit card. Entire platform runs at $0 infrastructure cost.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20040" y="3913632"/>
            <a:ext cx="8503920" cy="384048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0040" y="3913632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Deployable for $0   ·   Open source   ·   Built in 12 hours   ·   Zero external dependencies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IMPLEMENTATION PLAN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DarkDecoder Was Built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170432"/>
            <a:ext cx="320040" cy="320040"/>
          </a:xfrm>
          <a:prstGeom prst="ellipse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0060" y="1490472"/>
            <a:ext cx="0" cy="585216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1005840"/>
            <a:ext cx="91440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005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1–2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828800" y="1005840"/>
            <a:ext cx="699516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0424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&amp; Setup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1316736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scaffolding — analyzer.py, app.py, ai_analyzer.py, redteam_analyzer.py   ·   Groq API integration with llama-3.3-70b   ·   MITRE ATT&amp;CK + ATLAS corpus embedded in system prompts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0040" y="1920240"/>
            <a:ext cx="320040" cy="320040"/>
          </a:xfrm>
          <a:prstGeom prst="ellipse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" y="2240280"/>
            <a:ext cx="0" cy="585216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1755648"/>
            <a:ext cx="91440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1755648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3–5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828800" y="1755648"/>
            <a:ext cx="699516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0" y="1792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Malware Scanner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920240" y="2066544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Deobfuscation pipeline for base64, hex, eval chains   ·   Structured JSON output: IOCs, techniques, danger score   ·   Streamlit UI with hacker terminal aesthetic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2670048"/>
            <a:ext cx="320040" cy="320040"/>
          </a:xfrm>
          <a:prstGeom prst="ellipse">
            <a:avLst/>
          </a:prstGeom>
          <a:solidFill>
            <a:srgbClr val="79B8FF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" y="2990088"/>
            <a:ext cx="0" cy="585216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2505456"/>
            <a:ext cx="91440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505456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6–8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828800" y="2505456"/>
            <a:ext cx="699516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20240" y="25420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Threat Analyzer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920240" y="2816352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ATLAS technique corpus integration (AML.TXXXX)   ·   4 input modes: prompt, dataset, system prompt, query log   ·   Adversarial pattern + evasion indicator extraction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3419856"/>
            <a:ext cx="320040" cy="320040"/>
          </a:xfrm>
          <a:prstGeom prst="ellipse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060" y="3739896"/>
            <a:ext cx="0" cy="585216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3255264"/>
            <a:ext cx="91440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25526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9–10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1828800" y="3255264"/>
            <a:ext cx="699516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20240" y="3291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 Team Intel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920240" y="356616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10-phase ATT&amp;CK kill chain grid visualization   ·   Weaponization scoring, stealth rating, CVSS vector   ·   Attack narrative + APT group similarity analysis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20040" y="4169664"/>
            <a:ext cx="320040" cy="320040"/>
          </a:xfrm>
          <a:prstGeom prst="ellipse">
            <a:avLst/>
          </a:prstGeom>
          <a:solidFill>
            <a:srgbClr val="FFA657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7240" y="4005072"/>
            <a:ext cx="91440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005072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Hour 11–12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1828800" y="4005072"/>
            <a:ext cx="6995160" cy="640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0240" y="404164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Polish &amp; Export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920240" y="4315968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(.py .js .php .ps1 .sh .bat)   ·   PDF report generator with fpdf2 — branded, professional   ·   Attack timeline, session history, stats dashboard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IMPACT &amp; FEASIBILITY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Impact. Zero Barriers.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1965960" cy="868680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060704"/>
            <a:ext cx="196596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0040" y="1527048"/>
            <a:ext cx="1965960" cy="330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 TIME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05840"/>
            <a:ext cx="1965960" cy="868680"/>
          </a:xfrm>
          <a:prstGeom prst="rect">
            <a:avLst/>
          </a:prstGeom>
          <a:solidFill>
            <a:srgbClr val="001833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1060704"/>
            <a:ext cx="196596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23160" y="1527048"/>
            <a:ext cx="1965960" cy="330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 MODULES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526280" y="1005840"/>
            <a:ext cx="1965960" cy="868680"/>
          </a:xfrm>
          <a:prstGeom prst="rect">
            <a:avLst/>
          </a:prstGeom>
          <a:solidFill>
            <a:srgbClr val="1A0800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060704"/>
            <a:ext cx="196596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26280" y="1527048"/>
            <a:ext cx="1965960" cy="330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COST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629400" y="1005840"/>
            <a:ext cx="1965960" cy="868680"/>
          </a:xfrm>
          <a:prstGeom prst="rect">
            <a:avLst/>
          </a:prstGeom>
          <a:solidFill>
            <a:srgbClr val="2A000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060704"/>
            <a:ext cx="1965960" cy="4777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29400" y="1527048"/>
            <a:ext cx="1965960" cy="330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TECHNIQUES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65760" y="2011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Benefits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2331720"/>
            <a:ext cx="2651760" cy="1874520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" y="2331720"/>
            <a:ext cx="2651760" cy="457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" y="2423160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🏢  SOC Teams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807208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analysis time from hours to 20 seconds. PDF reports slot directly into incident tickets and compliance workflows.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46120" y="2331720"/>
            <a:ext cx="2651760" cy="1874520"/>
          </a:xfrm>
          <a:prstGeom prst="rect">
            <a:avLst/>
          </a:prstGeom>
          <a:solidFill>
            <a:srgbClr val="001833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331720"/>
            <a:ext cx="2651760" cy="45720"/>
          </a:xfrm>
          <a:prstGeom prst="rect">
            <a:avLst/>
          </a:prstGeom>
          <a:solidFill>
            <a:srgbClr val="79B8FF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55848" y="2423160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🛡️  AI Builders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2807208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product needs prompt injection and jailbreak protection. DarkDecoder is the only ATLAS-mapped detection tool available free.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2331720"/>
            <a:ext cx="2651760" cy="1874520"/>
          </a:xfrm>
          <a:prstGeom prst="rect">
            <a:avLst/>
          </a:prstGeom>
          <a:solidFill>
            <a:srgbClr val="1A0800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331720"/>
            <a:ext cx="2651760" cy="45720"/>
          </a:xfrm>
          <a:prstGeom prst="rect">
            <a:avLst/>
          </a:prstGeom>
          <a:solidFill>
            <a:srgbClr val="FFA657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81928" y="2423160"/>
            <a:ext cx="24323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🎯  Bug Bounty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full kill chain impact of discovered vulnerabilities. Generate CVSS vectors. Write professional HackerOne reports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4315968"/>
            <a:ext cx="8503920" cy="384048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31596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source  ·  Free to deploy  ·  No login required  ·  Works on any device  ·  Runs in &lt;20 seconds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KEY FEATURES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 Walkthrough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4023360" cy="3291840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05840"/>
            <a:ext cx="4023360" cy="457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 SET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38988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1399032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Deobfuscation Engine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77240" y="1554480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Decodes base64, hex, eval, string concat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84048" y="173736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🗺️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1746504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ATT&amp;CK Mapping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77240" y="1901952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T-codes with confidence + description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84048" y="208483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2093976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MITRE ATLAS Mapping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77240" y="2249424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AML.TXXXX for AI adversarial threats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84048" y="243230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📍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2441448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IOC Extraction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77240" y="2596896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IPs, domains, registry, mutex, paths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048" y="277977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⚔️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2788920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 Chain Grid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77240" y="2944368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10-phase ATT&amp;CK visualization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84048" y="312724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📄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3136392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 Report Export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77240" y="3291840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Branded, professional, one-click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84048" y="347472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3483864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 Upload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77240" y="3639312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.py .js .php .ps1 .sh .bat support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84048" y="382219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⏱️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3831336"/>
            <a:ext cx="1737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 Timeline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77240" y="3986784"/>
            <a:ext cx="3383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progression with technique IDs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0" y="1005840"/>
            <a:ext cx="4251960" cy="3291840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0" y="1005840"/>
            <a:ext cx="4251960" cy="457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FLOW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45152" y="1389888"/>
            <a:ext cx="384048" cy="384048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45152" y="1389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20640" y="139903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 or Upload Code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20640" y="1591056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12+ file types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37176" y="1773936"/>
            <a:ext cx="0" cy="18288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45152" y="1956816"/>
            <a:ext cx="384048" cy="384048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45152" y="19568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120640" y="196596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Module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20640" y="2157984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/ AI Threats / Red Team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837176" y="2340864"/>
            <a:ext cx="0" cy="18288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45152" y="2523744"/>
            <a:ext cx="384048" cy="384048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45152" y="25237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120640" y="25328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Groq LLM Analysis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120640" y="2724912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 reasoning over code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837176" y="2907792"/>
            <a:ext cx="0" cy="18288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45152" y="3090672"/>
            <a:ext cx="384048" cy="384048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45152" y="30906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120640" y="309981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Framework Mapping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20640" y="3291840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ATT&amp;CK / ATLAS techniques applied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837176" y="3474720"/>
            <a:ext cx="0" cy="18288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45152" y="3657600"/>
            <a:ext cx="384048" cy="384048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45152" y="3657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120640" y="366674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Report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5120640" y="3858768"/>
            <a:ext cx="3566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JSON · TXT in one click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365760" y="13716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FUTURE SCOPE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365760" y="3200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Roadmap Ahead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347472" cy="347472"/>
          </a:xfrm>
          <a:prstGeom prst="ellipse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1536192"/>
            <a:ext cx="0" cy="59436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1005840"/>
            <a:ext cx="96012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005840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874520" y="1005840"/>
            <a:ext cx="694944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93392" y="10515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DarkDecoder v2.0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93392" y="13258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modules · MITRE ATT&amp;CK + ATLAS · Kill chain grid · PDF export · File upload · Attack timeline · Session history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1947672"/>
            <a:ext cx="347472" cy="347472"/>
          </a:xfrm>
          <a:prstGeom prst="ellipse">
            <a:avLst/>
          </a:prstGeom>
          <a:solidFill>
            <a:srgbClr val="79B8FF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" y="2295144"/>
            <a:ext cx="0" cy="59436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764792"/>
            <a:ext cx="96012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1764792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2026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74520" y="1764792"/>
            <a:ext cx="694944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93392" y="181051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VirusTotal Integration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993392" y="2084832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 extracted IOCs against 70+ AV engines in real time. Transform IOC extraction into live threat intelligence.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2706624"/>
            <a:ext cx="347472" cy="347472"/>
          </a:xfrm>
          <a:prstGeom prst="ellipse">
            <a:avLst/>
          </a:prstGeom>
          <a:solidFill>
            <a:srgbClr val="FFA657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" y="3054096"/>
            <a:ext cx="0" cy="59436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" y="2523744"/>
            <a:ext cx="96012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" y="2523744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 2026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874520" y="2523744"/>
            <a:ext cx="694944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93392" y="2569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Code Extension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993392" y="284378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code analysis as developers write. Security shift-left — catch threats before they hit production.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" y="3465576"/>
            <a:ext cx="347472" cy="347472"/>
          </a:xfrm>
          <a:prstGeom prst="ellipse">
            <a:avLst/>
          </a:prstGeom>
          <a:solidFill>
            <a:srgbClr val="FF2020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" y="3813048"/>
            <a:ext cx="0" cy="594360"/>
          </a:xfrm>
          <a:prstGeom prst="line">
            <a:avLst/>
          </a:prstGeom>
          <a:noFill/>
          <a:ln w="25400">
            <a:solidFill>
              <a:srgbClr val="00331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3282696"/>
            <a:ext cx="96012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FF20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4672" y="3282696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2027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874520" y="3282696"/>
            <a:ext cx="694944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93392" y="33284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2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Repository Scanner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993392" y="3602736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DarkDecoder at any public repo. Auto-scan all files. Generate org-wide threat reports in minutes.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0040" y="4224528"/>
            <a:ext cx="347472" cy="347472"/>
          </a:xfrm>
          <a:prstGeom prst="ellipse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041648"/>
            <a:ext cx="96012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" y="4041648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874520" y="4041648"/>
            <a:ext cx="6949440" cy="658368"/>
          </a:xfrm>
          <a:prstGeom prst="rect">
            <a:avLst/>
          </a:prstGeom>
          <a:solidFill>
            <a:srgbClr val="010804"/>
          </a:solidFill>
          <a:ln w="12700">
            <a:solidFill>
              <a:srgbClr val="00331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93392" y="40873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SaaS Platform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993392" y="43616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F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dashboards · API access · Enterprise tier · White-label PDF reports · Slack &amp; Teams integrations.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0040" y="4663440"/>
            <a:ext cx="8503920" cy="9144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B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56048"/>
            <a:ext cx="9144000" cy="54864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21040" y="4773168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47731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💀 DARKDECODER  |  Beyond Tomorrow Summit 2026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01150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777240"/>
            <a:ext cx="7315200" cy="2926080"/>
          </a:xfrm>
          <a:prstGeom prst="rect">
            <a:avLst/>
          </a:prstGeom>
          <a:solidFill>
            <a:srgbClr val="010804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777240"/>
            <a:ext cx="7315200" cy="4572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8686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💀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1097280" y="15544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DarkDecoder is not a hackathon toy.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97280" y="196596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FF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is the tool every security team needs 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97280" y="233172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no one has built, until today.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645920" y="2880360"/>
            <a:ext cx="1645920" cy="658368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290779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645920" y="323697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Frameworks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3657600" y="2880360"/>
            <a:ext cx="1645920" cy="658368"/>
          </a:xfrm>
          <a:prstGeom prst="rect">
            <a:avLst/>
          </a:prstGeom>
          <a:solidFill>
            <a:srgbClr val="003310"/>
          </a:solidFill>
          <a:ln w="12700">
            <a:solidFill>
              <a:srgbClr val="79B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0" y="290779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9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657600" y="323697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 Modules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669280" y="2880360"/>
            <a:ext cx="1645920" cy="658368"/>
          </a:xfrm>
          <a:prstGeom prst="rect">
            <a:avLst/>
          </a:prstGeom>
          <a:solidFill>
            <a:srgbClr val="003310"/>
          </a:solidFill>
          <a:ln w="12700">
            <a:solidFill>
              <a:srgbClr val="FFA65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0" y="290779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&lt;20s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669280" y="3236976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 to Threat Intel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14400" y="3703320"/>
            <a:ext cx="7315200" cy="566928"/>
          </a:xfrm>
          <a:prstGeom prst="rect">
            <a:avLst/>
          </a:prstGeom>
          <a:solidFill>
            <a:srgbClr val="003310"/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3703320"/>
            <a:ext cx="7315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F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github.com/Pyhroff/darkdecoder   ·   Praising Harris   ·   Beyond Tomorrow Summit 2026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0" y="4389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DarkDecoder — Hackathon Pitch</dc:title>
  <dc:subject>PptxGenJS Presentation</dc:subject>
  <dc:creator>PptxGenJS</dc:creator>
  <cp:lastModifiedBy>PptxGenJS</cp:lastModifiedBy>
  <cp:revision>1</cp:revision>
  <dcterms:created xsi:type="dcterms:W3CDTF">2026-06-05T11:50:35Z</dcterms:created>
  <dcterms:modified xsi:type="dcterms:W3CDTF">2026-06-05T11:50:35Z</dcterms:modified>
</cp:coreProperties>
</file>