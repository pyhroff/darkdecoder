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868680"/>
            <a:ext cx="6400800" cy="3200400"/>
          </a:xfrm>
          <a:prstGeom prst="rect">
            <a:avLst/>
          </a:prstGeom>
          <a:solidFill>
            <a:srgbClr val="01080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868680"/>
            <a:ext cx="6400800" cy="45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1371600" y="2011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Dual-Framework Cyber Threat Intelligence Platform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874520" y="2633472"/>
            <a:ext cx="160020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2633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03320" y="2633472"/>
            <a:ext cx="160020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2633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ATLAS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23560" y="2633472"/>
            <a:ext cx="160020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633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TEAM INTEL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371600" y="31546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Praising Harris  |  Solo Submission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0" y="42976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Tomorrow Summit Hackathon 2026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0" y="45445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github.com/Pyhroff/darkdecoder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 STATEMENT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Security Crisis Nobody Is Solving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51760" cy="2606040"/>
          </a:xfrm>
          <a:prstGeom prst="rect">
            <a:avLst/>
          </a:prstGeom>
          <a:solidFill>
            <a:srgbClr val="2A000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2651760" cy="45720"/>
          </a:xfrm>
          <a:prstGeom prst="rect">
            <a:avLst/>
          </a:prstGeom>
          <a:solidFill>
            <a:srgbClr val="FF202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612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9768" y="167335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MALWARE BLINDNESS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hours on a single malicious file. Tools say "dangerous" but never explain WHY, HOW, or WHAT TO DO. Speed is survival in security.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2606040"/>
          </a:xfrm>
          <a:prstGeom prst="rect">
            <a:avLst/>
          </a:prstGeom>
          <a:solidFill>
            <a:srgbClr val="2A000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FF202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1612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55848" y="167335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ATTACKS IGNORED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075688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ships LLM products in 2026. Prompt injection, data poisoning, jailbreaks — no mainstream tool detects these. The attack surface is invisible.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051560"/>
            <a:ext cx="2651760" cy="2606040"/>
          </a:xfrm>
          <a:prstGeom prst="rect">
            <a:avLst/>
          </a:prstGeom>
          <a:solidFill>
            <a:srgbClr val="2A000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051560"/>
            <a:ext cx="2651760" cy="45720"/>
          </a:xfrm>
          <a:prstGeom prst="rect">
            <a:avLst/>
          </a:prstGeom>
          <a:solidFill>
            <a:srgbClr val="FF202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1612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81928" y="167335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ATTACKER LENS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075688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 think defensively. Red team perspective — understanding the full kill chain — costs $50K+/year in consultants. It should cost $0.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475488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221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 of breaches involve malware   ·   AI-targeted attacks up 400% YoY   ·   Average breach cost: $4.88M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PROPOSED SOLUTION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DarkDecoder — One Platform, Three Weapons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651760" cy="3246120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651760" cy="45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MALWARE SCANNER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901952"/>
            <a:ext cx="1920240" cy="237744"/>
          </a:xfrm>
          <a:prstGeom prst="rect">
            <a:avLst/>
          </a:prstGeom>
          <a:solidFill>
            <a:srgbClr val="020B06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019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Deobfuscates base64, hex, eval chains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Classifies: Ransomware, RAT, Keylogger...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IOCs — IPs, domains, registry keys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score 1–10 with full justification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steps + PDF/JSON report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246120"/>
          </a:xfrm>
          <a:prstGeom prst="rect">
            <a:avLst/>
          </a:prstGeom>
          <a:solidFill>
            <a:srgbClr val="001833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005840"/>
            <a:ext cx="2651760" cy="45720"/>
          </a:xfrm>
          <a:prstGeom prst="rect">
            <a:avLst/>
          </a:prstGeom>
          <a:solidFill>
            <a:srgbClr val="79B8FF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THREAT ANALYZER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1901952"/>
            <a:ext cx="1920240" cy="237744"/>
          </a:xfrm>
          <a:prstGeom prst="rect">
            <a:avLst/>
          </a:prstGeom>
          <a:solidFill>
            <a:srgbClr val="020B06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9019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ATLAS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83280" y="2212848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prompt injection attempts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jailbreak &amp; bypass techniques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training data poisoning samples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model extraction query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official AML.TXXXX codes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005840"/>
            <a:ext cx="2651760" cy="3246120"/>
          </a:xfrm>
          <a:prstGeom prst="rect">
            <a:avLst/>
          </a:prstGeom>
          <a:solidFill>
            <a:srgbClr val="2A000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005840"/>
            <a:ext cx="2651760" cy="45720"/>
          </a:xfrm>
          <a:prstGeom prst="rect">
            <a:avLst/>
          </a:prstGeom>
          <a:solidFill>
            <a:srgbClr val="FF202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6364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TEAM INTEL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1901952"/>
            <a:ext cx="1920240" cy="237744"/>
          </a:xfrm>
          <a:prstGeom prst="rect">
            <a:avLst/>
          </a:prstGeom>
          <a:solidFill>
            <a:srgbClr val="020B06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9019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 Kill Chain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09360" y="2212848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10-phase kill chain grid visualization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 + stealth scoring (1–10)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level assessment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APT group similarity matching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vector + full attack narrative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44398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seconds from paste → full threat intelligence report with PDF export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INNOVATION &amp; NOVELTY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DarkDecoder Unique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3931920" cy="3108960"/>
          </a:xfrm>
          <a:prstGeom prst="rect">
            <a:avLst/>
          </a:prstGeom>
          <a:solidFill>
            <a:srgbClr val="2A000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3931920" cy="45720"/>
          </a:xfrm>
          <a:prstGeom prst="rect">
            <a:avLst/>
          </a:prstGeom>
          <a:solidFill>
            <a:srgbClr val="FF202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EXISTING TOOLS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scanners — yes/no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WHY code is dangerous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AI/ML threat detection capability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MITRE ATLAS framework support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analysis costs $50K+/year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kill chain visualization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report export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005840"/>
            <a:ext cx="3931920" cy="3108960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005840"/>
            <a:ext cx="3931920" cy="45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DARKDECODER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— explains WHY, HOW, WHAT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+ ATLAS dual framework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tool to detect AI-specific attacks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kill chain in 10-phase visual grid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vector + APT group similarity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timeline + narrative generation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JSON + TXT reports in one click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20040" y="4251960"/>
            <a:ext cx="8503920" cy="438912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2519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platform combining MITRE ATT&amp;CK + MITRE ATLAS + Red Team Intel in a single open-source tool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TECHNOLOGY STACK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Real Infrastructure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651760" cy="1371600"/>
          </a:xfrm>
          <a:prstGeom prst="rect">
            <a:avLst/>
          </a:prstGeom>
          <a:solidFill>
            <a:srgbClr val="010804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60120"/>
            <a:ext cx="54864" cy="137160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🦙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33272" y="10332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" y="129844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 3.3 70B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161848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parameter LLM for deep code reasoning and security analysis. Sub-2s inference.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51760" cy="1371600"/>
          </a:xfrm>
          <a:prstGeom prst="rect">
            <a:avLst/>
          </a:prstGeom>
          <a:solidFill>
            <a:srgbClr val="01080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60120"/>
            <a:ext cx="54864" cy="13716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51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59352" y="10332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59352" y="129844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Threats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5848" y="161848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standard for mapping adversary behavior. 200+ techniques, 14 tactics.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960120"/>
            <a:ext cx="2651760" cy="1371600"/>
          </a:xfrm>
          <a:prstGeom prst="rect">
            <a:avLst/>
          </a:prstGeom>
          <a:solidFill>
            <a:srgbClr val="010804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960120"/>
            <a:ext cx="54864" cy="1371600"/>
          </a:xfrm>
          <a:prstGeom prst="rect">
            <a:avLst/>
          </a:prstGeom>
          <a:solidFill>
            <a:srgbClr val="79B8FF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51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85432" y="10332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ATLAS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85432" y="129844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AI/ML Threats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81928" y="161848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AI threat framework. AML.TXXXX codes for adversarial machine learning attacks.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423160"/>
            <a:ext cx="2651760" cy="1371600"/>
          </a:xfrm>
          <a:prstGeom prst="rect">
            <a:avLst/>
          </a:prstGeom>
          <a:solidFill>
            <a:srgbClr val="01080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23160"/>
            <a:ext cx="54864" cy="13716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5146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33272" y="2496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+ Streamlit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" y="27614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Stack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9768" y="308152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application in pure Python. Streamlit renders the terminal-style UI with zero frontend code.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2423160"/>
            <a:ext cx="2651760" cy="1371600"/>
          </a:xfrm>
          <a:prstGeom prst="rect">
            <a:avLst/>
          </a:prstGeom>
          <a:solidFill>
            <a:srgbClr val="010804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423160"/>
            <a:ext cx="54864" cy="137160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5146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959352" y="2496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fpdf2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59352" y="27614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Generation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55848" y="308152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branded PDF export with threat scores, MITRE tables, IOC lists, and timelines.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2423160"/>
            <a:ext cx="2651760" cy="1371600"/>
          </a:xfrm>
          <a:prstGeom prst="rect">
            <a:avLst/>
          </a:prstGeom>
          <a:solidFill>
            <a:srgbClr val="010804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423160"/>
            <a:ext cx="54864" cy="1371600"/>
          </a:xfrm>
          <a:prstGeom prst="rect">
            <a:avLst/>
          </a:prstGeom>
          <a:solidFill>
            <a:srgbClr val="FF202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5146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885432" y="2496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Free Tier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85432" y="27614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Cost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81928" y="308152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14,400 requests/day free. No credit card. Entire platform runs at $0 infrastructure cost.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913632"/>
            <a:ext cx="8503920" cy="384048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9136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Deployable for $0   ·   Open source   ·   Built in 12 hours   ·   Zero external dependencies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FF41"/>
                </a:solidFill>
                <a:latin typeface="Courier New"/>
              </a:rPr>
              <a:t>[ PLATFORM IN ACTION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CC33"/>
                </a:solidFill>
                <a:latin typeface="Courier New"/>
              </a:rPr>
              <a:t>Live system — real scan results — zero manual setup</a:t>
            </a:r>
          </a:p>
        </p:txBody>
      </p:sp>
      <p:pic>
        <p:nvPicPr>
          <p:cNvPr id="4" name="Picture 3" descr="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877824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6405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44444"/>
                </a:solidFill>
                <a:latin typeface="Courier New"/>
              </a:rPr>
              <a:t>Module 1: Malware Scanner  |  Module 2: AI Threat Analyzer (ATLAS)  |  Module 3: Red Team Intel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IMPACT &amp; FEASIBILITY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Impact. Zero Barriers.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965960" cy="868680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0704"/>
            <a:ext cx="196596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196596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TIME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65960" cy="868680"/>
          </a:xfrm>
          <a:prstGeom prst="rect">
            <a:avLst/>
          </a:prstGeom>
          <a:solidFill>
            <a:srgbClr val="001833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060704"/>
            <a:ext cx="196596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527048"/>
            <a:ext cx="196596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MODULES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26280" y="1005840"/>
            <a:ext cx="1965960" cy="868680"/>
          </a:xfrm>
          <a:prstGeom prst="rect">
            <a:avLst/>
          </a:prstGeom>
          <a:solidFill>
            <a:srgbClr val="1A0800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060704"/>
            <a:ext cx="196596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1527048"/>
            <a:ext cx="196596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COST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629400" y="1005840"/>
            <a:ext cx="1965960" cy="868680"/>
          </a:xfrm>
          <a:prstGeom prst="rect">
            <a:avLst/>
          </a:prstGeom>
          <a:solidFill>
            <a:srgbClr val="2A000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060704"/>
            <a:ext cx="196596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1527048"/>
            <a:ext cx="196596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TECHNIQUES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6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2651760" cy="1874520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331720"/>
            <a:ext cx="2651760" cy="45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4231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🏢  SOC Teams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807208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analysis time from hours to 20 seconds. PDF reports slot directly into incident tickets and compliance workflows.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331720"/>
            <a:ext cx="2651760" cy="1874520"/>
          </a:xfrm>
          <a:prstGeom prst="rect">
            <a:avLst/>
          </a:prstGeom>
          <a:solidFill>
            <a:srgbClr val="001833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331720"/>
            <a:ext cx="2651760" cy="45720"/>
          </a:xfrm>
          <a:prstGeom prst="rect">
            <a:avLst/>
          </a:prstGeom>
          <a:solidFill>
            <a:srgbClr val="79B8FF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4231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 AI Builders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2807208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product needs prompt injection and jailbreak protection. DarkDecoder is the only ATLAS-mapped detection tool available free.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331720"/>
            <a:ext cx="2651760" cy="1874520"/>
          </a:xfrm>
          <a:prstGeom prst="rect">
            <a:avLst/>
          </a:prstGeom>
          <a:solidFill>
            <a:srgbClr val="1A0800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331720"/>
            <a:ext cx="265176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24231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Bug Bounty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full kill chain impact of discovered vulnerabilities. Generate CVSS vectors. Write professional HackerOne reports faster.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  ·  Free to deploy  ·  No login required  ·  Works on any device  ·  Runs in &lt;20 seconds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FEATURES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Walkthrough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023360" cy="3291840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4023360" cy="45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3898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39903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Deobfuscation Engine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155448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base64, hex, eval, string concat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17373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🗺️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7465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Mapping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1901952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T-codes with confidence + description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0848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09397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ATLAS Mapping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7240" y="2249424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AML.TXXXX for AI adversarial threats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" y="24323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4414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 Extraction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259689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domains, registry, mutex, paths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27797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⚔️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Chain Grid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7240" y="2944368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10-phase ATT&amp;CK visualization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4048" y="31272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1363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Report Export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" y="329184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professional, one-click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3474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48386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Upload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7240" y="3639312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.js .php .ps1 .sh .bat support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4048" y="38221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⏱️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383133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Timeline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" y="3986784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progression with technique IDs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1005840"/>
            <a:ext cx="4251960" cy="3291840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1005840"/>
            <a:ext cx="4251960" cy="45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FLOW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45152" y="1389888"/>
            <a:ext cx="384048" cy="3840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13990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Paste or Upload Code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159105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12+ file types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37176" y="1773936"/>
            <a:ext cx="0" cy="18288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45152" y="1956816"/>
            <a:ext cx="384048" cy="3840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19659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Module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20640" y="215798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/ AI Threats / Red Team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37176" y="2340864"/>
            <a:ext cx="0" cy="18288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45152" y="2523744"/>
            <a:ext cx="384048" cy="3840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2523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20640" y="25328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LLM Analysis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20640" y="272491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reasoning over code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37176" y="2907792"/>
            <a:ext cx="0" cy="18288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45152" y="3090672"/>
            <a:ext cx="384048" cy="3840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0640" y="30998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Mapping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20640" y="32918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/ ATLAS techniques applied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37176" y="3474720"/>
            <a:ext cx="0" cy="18288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45152" y="3657600"/>
            <a:ext cx="384048" cy="3840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45152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20640" y="36667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Report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120640" y="38587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JSON · TXT in one click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FUTURE SCOPE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Roadmap Ahead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347472" cy="347472"/>
          </a:xfrm>
          <a:prstGeom prst="ellips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536192"/>
            <a:ext cx="0" cy="59436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005840"/>
            <a:ext cx="96012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00584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74520" y="1005840"/>
            <a:ext cx="694944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051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DarkDecoder v2.0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13258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 · MITRE ATT&amp;CK + ATLAS · Kill chain grid · PDF export · File upload · Attack timeline · Session history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47672"/>
            <a:ext cx="347472" cy="347472"/>
          </a:xfrm>
          <a:prstGeom prst="ellipse">
            <a:avLst/>
          </a:prstGeom>
          <a:solidFill>
            <a:srgbClr val="79B8FF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295144"/>
            <a:ext cx="0" cy="59436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764792"/>
            <a:ext cx="96012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764792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74520" y="1764792"/>
            <a:ext cx="694944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1810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 Integration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93392" y="208483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extracted IOCs against 70+ AV engines in real time. Transform IOC extraction into live threat intelligence.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706624"/>
            <a:ext cx="347472" cy="347472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" y="3054096"/>
            <a:ext cx="0" cy="59436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2523744"/>
            <a:ext cx="96012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2523744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74520" y="2523744"/>
            <a:ext cx="694944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25694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Extension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93392" y="284378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code analysis as developers write. Security shift-left — catch threats before they hit production.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465576"/>
            <a:ext cx="347472" cy="347472"/>
          </a:xfrm>
          <a:prstGeom prst="ellipse">
            <a:avLst/>
          </a:prstGeom>
          <a:solidFill>
            <a:srgbClr val="FF2020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" y="3813048"/>
            <a:ext cx="0" cy="594360"/>
          </a:xfrm>
          <a:prstGeom prst="line">
            <a:avLst/>
          </a:prstGeom>
          <a:noFill/>
          <a:ln w="25400">
            <a:solidFill>
              <a:srgbClr val="0033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3282696"/>
            <a:ext cx="96012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FF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282696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74520" y="3282696"/>
            <a:ext cx="694944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3328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Repository Scanner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93392" y="360273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DarkDecoder at any public repo. Auto-scan all files. Generate org-wide threat reports in minutes.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224528"/>
            <a:ext cx="347472" cy="347472"/>
          </a:xfrm>
          <a:prstGeom prst="ellips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041648"/>
            <a:ext cx="96012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04164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74520" y="4041648"/>
            <a:ext cx="6949440" cy="658368"/>
          </a:xfrm>
          <a:prstGeom prst="rect">
            <a:avLst/>
          </a:prstGeom>
          <a:solidFill>
            <a:srgbClr val="010804"/>
          </a:solidFill>
          <a:ln w="12700">
            <a:solidFill>
              <a:srgbClr val="0033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3392" y="4087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SaaS Platform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993392" y="436168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dashboards · API access · Enterprise tier · White-label PDF reports · Slack &amp; Teams integrations.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663440"/>
            <a:ext cx="8503920" cy="914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B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773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773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DARKDECODER  |  Beyond Tomorrow Summit 2026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1150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777240"/>
            <a:ext cx="7315200" cy="2926080"/>
          </a:xfrm>
          <a:prstGeom prst="rect">
            <a:avLst/>
          </a:prstGeom>
          <a:solidFill>
            <a:srgbClr val="01080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777240"/>
            <a:ext cx="7315200" cy="45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💀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1097280" y="15544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DarkDecoder is not a hackathon toy.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972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is the tool every security team needs 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2331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no one has built, until today.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645920" y="2880360"/>
            <a:ext cx="1645920" cy="658368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2907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645920" y="3236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Frameworks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0" y="2880360"/>
            <a:ext cx="1645920" cy="658368"/>
          </a:xfrm>
          <a:prstGeom prst="rect">
            <a:avLst/>
          </a:prstGeom>
          <a:solidFill>
            <a:srgbClr val="003310"/>
          </a:solidFill>
          <a:ln w="12700">
            <a:solidFill>
              <a:srgbClr val="79B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2907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657600" y="3236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Modules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669280" y="2880360"/>
            <a:ext cx="1645920" cy="658368"/>
          </a:xfrm>
          <a:prstGeom prst="rect">
            <a:avLst/>
          </a:prstGeom>
          <a:solidFill>
            <a:srgbClr val="003310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907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&lt;20s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669280" y="3236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to Threat Intel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14400" y="3703320"/>
            <a:ext cx="7315200" cy="566928"/>
          </a:xfrm>
          <a:prstGeom prst="rect">
            <a:avLst/>
          </a:prstGeom>
          <a:solidFill>
            <a:srgbClr val="0033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7033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github.com/Pyhroff/darkdecoder   ·   Praising Harris   ·   Beyond Tomorrow Summit 2026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DarkDecoder — Hackathon Pitch</dc:title>
  <dc:subject>PptxGenJS Presentation</dc:subject>
  <dc:creator>PptxGenJS</dc:creator>
  <cp:lastModifiedBy>PptxGenJS</cp:lastModifiedBy>
  <cp:revision>1</cp:revision>
  <dcterms:created xsi:type="dcterms:W3CDTF">2026-06-05T11:50:35Z</dcterms:created>
  <dcterms:modified xsi:type="dcterms:W3CDTF">2026-06-05T11:50:35Z</dcterms:modified>
</cp:coreProperties>
</file>